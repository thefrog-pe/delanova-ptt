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7" r:id="rId10"/>
    <p:sldId id="265" r:id="rId11"/>
    <p:sldId id="266" r:id="rId12"/>
    <p:sldId id="268" r:id="rId13"/>
    <p:sldId id="269" r:id="rId14"/>
    <p:sldId id="270" r:id="rId15"/>
    <p:sldId id="271" r:id="rId16"/>
    <p:sldId id="272" r:id="rId17"/>
    <p:sldId id="277" r:id="rId18"/>
    <p:sldId id="273" r:id="rId19"/>
    <p:sldId id="274" r:id="rId20"/>
    <p:sldId id="276" r:id="rId21"/>
    <p:sldId id="275" r:id="rId2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ficina delanova" userId="4e77fba69324c647" providerId="LiveId" clId="{76200B55-7B0C-46B5-AEF7-88C3E8AC5842}"/>
    <pc:docChg chg="modSld">
      <pc:chgData name="oficina delanova" userId="4e77fba69324c647" providerId="LiveId" clId="{76200B55-7B0C-46B5-AEF7-88C3E8AC5842}" dt="2026-07-03T05:18:43.194" v="37" actId="20577"/>
      <pc:docMkLst>
        <pc:docMk/>
      </pc:docMkLst>
      <pc:sldChg chg="modSp mod">
        <pc:chgData name="oficina delanova" userId="4e77fba69324c647" providerId="LiveId" clId="{76200B55-7B0C-46B5-AEF7-88C3E8AC5842}" dt="2026-07-03T05:18:19.406" v="19" actId="20577"/>
        <pc:sldMkLst>
          <pc:docMk/>
          <pc:sldMk cId="1973589114" sldId="275"/>
        </pc:sldMkLst>
        <pc:spChg chg="mod">
          <ac:chgData name="oficina delanova" userId="4e77fba69324c647" providerId="LiveId" clId="{76200B55-7B0C-46B5-AEF7-88C3E8AC5842}" dt="2026-07-03T05:18:19.406" v="19" actId="20577"/>
          <ac:spMkLst>
            <pc:docMk/>
            <pc:sldMk cId="1973589114" sldId="275"/>
            <ac:spMk id="3" creationId="{138375E9-E687-4972-AB98-FDDF89E87C55}"/>
          </ac:spMkLst>
        </pc:spChg>
      </pc:sldChg>
      <pc:sldChg chg="modSp mod">
        <pc:chgData name="oficina delanova" userId="4e77fba69324c647" providerId="LiveId" clId="{76200B55-7B0C-46B5-AEF7-88C3E8AC5842}" dt="2026-07-03T05:18:43.194" v="37" actId="20577"/>
        <pc:sldMkLst>
          <pc:docMk/>
          <pc:sldMk cId="1812978319" sldId="276"/>
        </pc:sldMkLst>
        <pc:spChg chg="mod">
          <ac:chgData name="oficina delanova" userId="4e77fba69324c647" providerId="LiveId" clId="{76200B55-7B0C-46B5-AEF7-88C3E8AC5842}" dt="2026-07-03T05:18:43.194" v="37" actId="20577"/>
          <ac:spMkLst>
            <pc:docMk/>
            <pc:sldMk cId="1812978319" sldId="276"/>
            <ac:spMk id="3" creationId="{2FA6BCD1-E260-448E-947E-FD60C773F99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DC6CD2-8C54-40EB-9EC7-01469633C06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209E5CDB-2417-4A53-AE12-20A9B8D597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A5AC1E64-10A5-44A2-8595-AA73CF28AD61}"/>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5" name="Marcador de pie de página 4">
            <a:extLst>
              <a:ext uri="{FF2B5EF4-FFF2-40B4-BE49-F238E27FC236}">
                <a16:creationId xmlns:a16="http://schemas.microsoft.com/office/drawing/2014/main" id="{A6FE2B34-F1B1-4B05-9023-2EBA8C0C16EF}"/>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1C31A64-7D3C-4182-8730-5299A982DE4F}"/>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739343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03806D-9604-48D8-A793-DA4105014A64}"/>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0E1208C3-84FF-4F06-A86A-95E750D98D9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BCBB92-8BF0-4D8C-BCBD-1391AF21FF44}"/>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5" name="Marcador de pie de página 4">
            <a:extLst>
              <a:ext uri="{FF2B5EF4-FFF2-40B4-BE49-F238E27FC236}">
                <a16:creationId xmlns:a16="http://schemas.microsoft.com/office/drawing/2014/main" id="{9A869BA2-1BD5-4C7C-A9EA-F7489DEA6A9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F308329-76E4-40E7-A6C8-2FC7AC695E10}"/>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391803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18246E-97C6-45FD-85A8-C23F5E556ED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81AC3C6F-818D-48D2-839F-0C3D364A09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F934EE5-4B4C-4BAE-BDCC-CF3DE9AE01CA}"/>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5" name="Marcador de pie de página 4">
            <a:extLst>
              <a:ext uri="{FF2B5EF4-FFF2-40B4-BE49-F238E27FC236}">
                <a16:creationId xmlns:a16="http://schemas.microsoft.com/office/drawing/2014/main" id="{E796735A-884D-4413-82AA-583B81968396}"/>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33934FE-F460-4472-A2E9-356AA95C7714}"/>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2420847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26D537-70BD-4509-83B2-CDF01F186387}"/>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F6046CC0-731E-4F00-90B2-8F5DADB169E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FD8003C6-A6EF-4A59-A1B9-2D5308576B4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A52FEF48-C648-4488-A66D-32DA686CD043}"/>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6" name="Marcador de pie de página 5">
            <a:extLst>
              <a:ext uri="{FF2B5EF4-FFF2-40B4-BE49-F238E27FC236}">
                <a16:creationId xmlns:a16="http://schemas.microsoft.com/office/drawing/2014/main" id="{46956BD1-0FA3-499D-BDA0-66C0D4F9DC7C}"/>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0035C812-FB32-49DC-8513-81B0B607D4AD}"/>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1746653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6D8449-7118-4D98-9A02-D0059047D5D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6756F9C9-A7D4-4969-9CDB-8B9535F04C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3B4F091-B43A-48EB-9E46-759602B0DD2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549F94ED-6A3C-4409-8306-6544E25D20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62854F0-4FAA-46ED-961E-93312D1BD5B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68057784-E35A-47AF-B48F-0B29F481A36D}"/>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8" name="Marcador de pie de página 7">
            <a:extLst>
              <a:ext uri="{FF2B5EF4-FFF2-40B4-BE49-F238E27FC236}">
                <a16:creationId xmlns:a16="http://schemas.microsoft.com/office/drawing/2014/main" id="{FBF5700E-65B8-4E70-90BF-DCF9F1B3ACC2}"/>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3779D2B8-88D4-409A-853C-1D4EE827514C}"/>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2863395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EBDB7-B4BF-4CF9-8688-43A33606A7FE}"/>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98DE7025-28B3-4528-A5AC-BBF29D4C826C}"/>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4" name="Marcador de pie de página 3">
            <a:extLst>
              <a:ext uri="{FF2B5EF4-FFF2-40B4-BE49-F238E27FC236}">
                <a16:creationId xmlns:a16="http://schemas.microsoft.com/office/drawing/2014/main" id="{7B9B6049-560A-4A65-8AC0-E58CF89E38EB}"/>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4B893303-163B-4798-8073-11F369AC9603}"/>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113493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103770A-B4A5-461F-8BD9-29E7C38F1CB3}"/>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3" name="Marcador de pie de página 2">
            <a:extLst>
              <a:ext uri="{FF2B5EF4-FFF2-40B4-BE49-F238E27FC236}">
                <a16:creationId xmlns:a16="http://schemas.microsoft.com/office/drawing/2014/main" id="{B4C71FF1-FF96-41C9-825F-52C2277C4215}"/>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6CC5E735-C92B-4108-8614-E2E36AF1A060}"/>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1786067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BB3831-494E-47E8-9EC4-327EFBE881E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79E9ABF8-2210-4A8C-8D50-35B7528AFA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367BC7F0-C38E-4325-856F-ACBBBD9A1B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5842EC3-7FCC-428E-A5BC-8E9623E1D32C}"/>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6" name="Marcador de pie de página 5">
            <a:extLst>
              <a:ext uri="{FF2B5EF4-FFF2-40B4-BE49-F238E27FC236}">
                <a16:creationId xmlns:a16="http://schemas.microsoft.com/office/drawing/2014/main" id="{0D267FD2-82BF-4BD8-9379-C1452B67CF5B}"/>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77FAAE0C-2965-4281-9BA9-CC374CC93966}"/>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3399677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0E371-F802-4063-9B04-26885D68BDA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18D72BF7-E2F9-4BC5-8C1B-95CEE84FB4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B580F3DE-6B11-4532-8D90-0EC8C390A8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2F2EFDF-58D0-4C68-ACBF-1E9362341538}"/>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6" name="Marcador de pie de página 5">
            <a:extLst>
              <a:ext uri="{FF2B5EF4-FFF2-40B4-BE49-F238E27FC236}">
                <a16:creationId xmlns:a16="http://schemas.microsoft.com/office/drawing/2014/main" id="{B8639300-84F7-446E-8C45-E4969CF1E33C}"/>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A3A9CA71-8EBF-4E77-B478-2B2E569916CA}"/>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3105243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96EB56-9763-4982-AC96-BC5C81C81CA4}"/>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BC05AA4-653F-45A2-9210-5B124C63B0F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128D4E0F-11B3-423D-B5A3-A4ED0B9F3EBF}"/>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5" name="Marcador de pie de página 4">
            <a:extLst>
              <a:ext uri="{FF2B5EF4-FFF2-40B4-BE49-F238E27FC236}">
                <a16:creationId xmlns:a16="http://schemas.microsoft.com/office/drawing/2014/main" id="{167CFD0B-B166-4153-908F-26E409DC7FDF}"/>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0C5E031B-2D14-475C-AA5D-E09D259308C0}"/>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276994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242012A-6A25-4507-96E4-1F174064095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2D0182BF-B776-48D6-A565-5EAA608BBB0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7F920798-C698-4DBE-876D-A81B6579B013}"/>
              </a:ext>
            </a:extLst>
          </p:cNvPr>
          <p:cNvSpPr>
            <a:spLocks noGrp="1"/>
          </p:cNvSpPr>
          <p:nvPr>
            <p:ph type="dt" sz="half" idx="10"/>
          </p:nvPr>
        </p:nvSpPr>
        <p:spPr/>
        <p:txBody>
          <a:bodyPr/>
          <a:lstStyle/>
          <a:p>
            <a:fld id="{B30E658F-D4B8-4F01-9FED-088A0476ED38}" type="datetimeFigureOut">
              <a:rPr lang="es-PE" smtClean="0"/>
              <a:t>3/07/2026</a:t>
            </a:fld>
            <a:endParaRPr lang="es-PE"/>
          </a:p>
        </p:txBody>
      </p:sp>
      <p:sp>
        <p:nvSpPr>
          <p:cNvPr id="5" name="Marcador de pie de página 4">
            <a:extLst>
              <a:ext uri="{FF2B5EF4-FFF2-40B4-BE49-F238E27FC236}">
                <a16:creationId xmlns:a16="http://schemas.microsoft.com/office/drawing/2014/main" id="{9C6BD63E-FE84-49DD-BE29-AFD64AA78B3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D11DB11D-96B3-4323-9155-244038C8B36F}"/>
              </a:ext>
            </a:extLst>
          </p:cNvPr>
          <p:cNvSpPr>
            <a:spLocks noGrp="1"/>
          </p:cNvSpPr>
          <p:nvPr>
            <p:ph type="sldNum" sz="quarter" idx="12"/>
          </p:nvPr>
        </p:nvSpPr>
        <p:spPr/>
        <p:txBody>
          <a:bodyPr/>
          <a:lstStyle/>
          <a:p>
            <a:fld id="{62FC9A59-F410-4B81-99C1-1FA8ACB3C5B7}" type="slidenum">
              <a:rPr lang="es-PE" smtClean="0"/>
              <a:t>‹Nº›</a:t>
            </a:fld>
            <a:endParaRPr lang="es-PE"/>
          </a:p>
        </p:txBody>
      </p:sp>
    </p:spTree>
    <p:extLst>
      <p:ext uri="{BB962C8B-B14F-4D97-AF65-F5344CB8AC3E}">
        <p14:creationId xmlns:p14="http://schemas.microsoft.com/office/powerpoint/2010/main" val="1831043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EE3CA62-32F0-426B-9A1B-453C4B10B1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CA145605-47B7-4D4F-8F65-0837F2C152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A5AFF4B6-24A3-4783-9C4F-AE3DC33442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0E658F-D4B8-4F01-9FED-088A0476ED38}" type="datetimeFigureOut">
              <a:rPr lang="es-PE" smtClean="0"/>
              <a:t>3/07/2026</a:t>
            </a:fld>
            <a:endParaRPr lang="es-PE"/>
          </a:p>
        </p:txBody>
      </p:sp>
      <p:sp>
        <p:nvSpPr>
          <p:cNvPr id="5" name="Marcador de pie de página 4">
            <a:extLst>
              <a:ext uri="{FF2B5EF4-FFF2-40B4-BE49-F238E27FC236}">
                <a16:creationId xmlns:a16="http://schemas.microsoft.com/office/drawing/2014/main" id="{1467792A-2EAE-415C-ADB1-CBC96C7C87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E6505B50-4C9F-4B90-BB76-2F300B1FDE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FC9A59-F410-4B81-99C1-1FA8ACB3C5B7}" type="slidenum">
              <a:rPr lang="es-PE" smtClean="0"/>
              <a:t>‹Nº›</a:t>
            </a:fld>
            <a:endParaRPr lang="es-PE"/>
          </a:p>
        </p:txBody>
      </p:sp>
    </p:spTree>
    <p:extLst>
      <p:ext uri="{BB962C8B-B14F-4D97-AF65-F5344CB8AC3E}">
        <p14:creationId xmlns:p14="http://schemas.microsoft.com/office/powerpoint/2010/main" val="2852221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F0A7C085-BD7C-4AE9-8FD7-5029A146F910}"/>
              </a:ext>
            </a:extLst>
          </p:cNvPr>
          <p:cNvSpPr>
            <a:spLocks noGrp="1"/>
          </p:cNvSpPr>
          <p:nvPr>
            <p:ph type="subTitle" idx="1"/>
          </p:nvPr>
        </p:nvSpPr>
        <p:spPr>
          <a:xfrm>
            <a:off x="1524000" y="896645"/>
            <a:ext cx="9144000" cy="4361155"/>
          </a:xfrm>
        </p:spPr>
        <p:txBody>
          <a:bodyPr>
            <a:normAutofit/>
          </a:bodyPr>
          <a:lstStyle/>
          <a:p>
            <a:pPr>
              <a:lnSpc>
                <a:spcPct val="107000"/>
              </a:lnSpc>
              <a:spcAft>
                <a:spcPts val="800"/>
              </a:spcAft>
            </a:pP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latin typeface="Calibri" panose="020F0502020204030204" pitchFamily="34" charset="0"/>
                <a:ea typeface="Calibri" panose="020F0502020204030204" pitchFamily="34" charset="0"/>
                <a:cs typeface="Times New Roman" panose="02020603050405020304" pitchFamily="18" charset="0"/>
              </a:rPr>
              <a:t>Grupo inmobiliario logo</a:t>
            </a:r>
          </a:p>
          <a:p>
            <a:pPr>
              <a:lnSpc>
                <a:spcPct val="107000"/>
              </a:lnSpc>
              <a:spcAft>
                <a:spcPts val="800"/>
              </a:spcAft>
            </a:pPr>
            <a:endParaRPr lang="es-ES"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r>
              <a:rPr lang="es-PE" dirty="0"/>
              <a:t>!BIENVENIDOS!</a:t>
            </a:r>
          </a:p>
        </p:txBody>
      </p:sp>
    </p:spTree>
    <p:extLst>
      <p:ext uri="{BB962C8B-B14F-4D97-AF65-F5344CB8AC3E}">
        <p14:creationId xmlns:p14="http://schemas.microsoft.com/office/powerpoint/2010/main" val="2541963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F5A2AE-B244-45E3-8BBE-A1FFF2B95E0E}"/>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5380A5E5-5E42-4B74-BD52-D08418B58D49}"/>
              </a:ext>
            </a:extLst>
          </p:cNvPr>
          <p:cNvSpPr>
            <a:spLocks noGrp="1"/>
          </p:cNvSpPr>
          <p:nvPr>
            <p:ph idx="1"/>
          </p:nvPr>
        </p:nvSpPr>
        <p:spPr/>
        <p:txBody>
          <a:bodyPr/>
          <a:lstStyle/>
          <a:p>
            <a:r>
              <a:rPr lang="es-ES" dirty="0">
                <a:latin typeface="Calibri" panose="020F0502020204030204" pitchFamily="34" charset="0"/>
                <a:ea typeface="Calibri" panose="020F0502020204030204" pitchFamily="34" charset="0"/>
                <a:cs typeface="Times New Roman" panose="02020603050405020304" pitchFamily="18" charset="0"/>
              </a:rPr>
              <a:t>GRUPO INMOBILIARIO DELANOVA SAC</a:t>
            </a:r>
            <a:r>
              <a:rPr lang="es-ES" sz="2800" dirty="0">
                <a:effectLst/>
                <a:latin typeface="Calibri" panose="020F0502020204030204" pitchFamily="34" charset="0"/>
                <a:ea typeface="Calibri" panose="020F0502020204030204" pitchFamily="34" charset="0"/>
                <a:cs typeface="Times New Roman" panose="02020603050405020304" pitchFamily="18" charset="0"/>
              </a:rPr>
              <a:t> cuenta con 8 años de experiencia en el rubro inmobiliario, conformado por un equipo </a:t>
            </a:r>
            <a:r>
              <a:rPr lang="es-ES" sz="2800" dirty="0" err="1">
                <a:effectLst/>
                <a:latin typeface="Calibri" panose="020F0502020204030204" pitchFamily="34" charset="0"/>
                <a:ea typeface="Calibri" panose="020F0502020204030204" pitchFamily="34" charset="0"/>
                <a:cs typeface="Times New Roman" panose="02020603050405020304" pitchFamily="18" charset="0"/>
              </a:rPr>
              <a:t>mutidisciplinario</a:t>
            </a:r>
            <a:r>
              <a:rPr lang="es-ES" sz="2800" dirty="0">
                <a:effectLst/>
                <a:latin typeface="Calibri" panose="020F0502020204030204" pitchFamily="34" charset="0"/>
                <a:ea typeface="Calibri" panose="020F0502020204030204" pitchFamily="34" charset="0"/>
                <a:cs typeface="Times New Roman" panose="02020603050405020304" pitchFamily="18" charset="0"/>
              </a:rPr>
              <a:t> encargado de desarrollar proyectos </a:t>
            </a:r>
            <a:r>
              <a:rPr lang="es-ES" sz="2800" dirty="0" err="1">
                <a:effectLst/>
                <a:latin typeface="Calibri" panose="020F0502020204030204" pitchFamily="34" charset="0"/>
                <a:ea typeface="Calibri" panose="020F0502020204030204" pitchFamily="34" charset="0"/>
                <a:cs typeface="Times New Roman" panose="02020603050405020304" pitchFamily="18" charset="0"/>
              </a:rPr>
              <a:t>inmobiiarios</a:t>
            </a:r>
            <a:r>
              <a:rPr lang="es-ES" sz="2800" dirty="0">
                <a:effectLst/>
                <a:latin typeface="Calibri" panose="020F0502020204030204" pitchFamily="34" charset="0"/>
                <a:ea typeface="Calibri" panose="020F0502020204030204" pitchFamily="34" charset="0"/>
                <a:cs typeface="Times New Roman" panose="02020603050405020304" pitchFamily="18" charset="0"/>
              </a:rPr>
              <a:t> horizontales en el centro y norte peruano.</a:t>
            </a:r>
            <a:endParaRPr lang="es-PE"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p>
        </p:txBody>
      </p:sp>
    </p:spTree>
    <p:extLst>
      <p:ext uri="{BB962C8B-B14F-4D97-AF65-F5344CB8AC3E}">
        <p14:creationId xmlns:p14="http://schemas.microsoft.com/office/powerpoint/2010/main" val="1194345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8C0C60-00FC-4299-AE52-50B3DA19F716}"/>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BE89EA34-9F26-48E3-A3F9-CE9931078D7E}"/>
              </a:ext>
            </a:extLst>
          </p:cNvPr>
          <p:cNvSpPr>
            <a:spLocks noGrp="1"/>
          </p:cNvSpPr>
          <p:nvPr>
            <p:ph idx="1"/>
          </p:nvPr>
        </p:nvSpPr>
        <p:spPr/>
        <p:txBody>
          <a:bodyPr/>
          <a:lstStyle/>
          <a:p>
            <a:r>
              <a:rPr lang="es-ES" dirty="0"/>
              <a:t>Actividades económicas </a:t>
            </a:r>
            <a:endParaRPr lang="es-PE" dirty="0"/>
          </a:p>
        </p:txBody>
      </p:sp>
      <p:sp>
        <p:nvSpPr>
          <p:cNvPr id="4" name="AutoShape 2">
            <a:extLst>
              <a:ext uri="{FF2B5EF4-FFF2-40B4-BE49-F238E27FC236}">
                <a16:creationId xmlns:a16="http://schemas.microsoft.com/office/drawing/2014/main" id="{20501191-C148-42E3-99C3-AC2D96EC00DB}"/>
              </a:ext>
            </a:extLst>
          </p:cNvPr>
          <p:cNvSpPr>
            <a:spLocks noChangeAspect="1" noChangeArrowheads="1"/>
          </p:cNvSpPr>
          <p:nvPr/>
        </p:nvSpPr>
        <p:spPr bwMode="auto">
          <a:xfrm>
            <a:off x="5943600" y="221202"/>
            <a:ext cx="3360198" cy="33601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sp>
        <p:nvSpPr>
          <p:cNvPr id="5" name="AutoShape 4">
            <a:extLst>
              <a:ext uri="{FF2B5EF4-FFF2-40B4-BE49-F238E27FC236}">
                <a16:creationId xmlns:a16="http://schemas.microsoft.com/office/drawing/2014/main" id="{E5A1731E-AEE4-4405-A8E0-2A0690F70D0F}"/>
              </a:ext>
            </a:extLst>
          </p:cNvPr>
          <p:cNvSpPr>
            <a:spLocks noChangeAspect="1" noChangeArrowheads="1"/>
          </p:cNvSpPr>
          <p:nvPr/>
        </p:nvSpPr>
        <p:spPr bwMode="auto">
          <a:xfrm>
            <a:off x="5943600" y="3276600"/>
            <a:ext cx="1424866" cy="142486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7" name="Imagen 6">
            <a:extLst>
              <a:ext uri="{FF2B5EF4-FFF2-40B4-BE49-F238E27FC236}">
                <a16:creationId xmlns:a16="http://schemas.microsoft.com/office/drawing/2014/main" id="{F5960BED-CFB1-4A42-ADF2-1499F68383D0}"/>
              </a:ext>
            </a:extLst>
          </p:cNvPr>
          <p:cNvPicPr>
            <a:picLocks noChangeAspect="1"/>
          </p:cNvPicPr>
          <p:nvPr/>
        </p:nvPicPr>
        <p:blipFill>
          <a:blip r:embed="rId2"/>
          <a:stretch>
            <a:fillRect/>
          </a:stretch>
        </p:blipFill>
        <p:spPr>
          <a:xfrm>
            <a:off x="3074633" y="2350733"/>
            <a:ext cx="3581400" cy="3581400"/>
          </a:xfrm>
          <a:prstGeom prst="rect">
            <a:avLst/>
          </a:prstGeom>
        </p:spPr>
      </p:pic>
    </p:spTree>
    <p:extLst>
      <p:ext uri="{BB962C8B-B14F-4D97-AF65-F5344CB8AC3E}">
        <p14:creationId xmlns:p14="http://schemas.microsoft.com/office/powerpoint/2010/main" val="2483633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FF86B3-E3D4-411D-BEC0-FED33E35C832}"/>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351A594D-234D-4056-8314-52E89FBA78A1}"/>
              </a:ext>
            </a:extLst>
          </p:cNvPr>
          <p:cNvSpPr>
            <a:spLocks noGrp="1"/>
          </p:cNvSpPr>
          <p:nvPr>
            <p:ph idx="1"/>
          </p:nvPr>
        </p:nvSpPr>
        <p:spPr/>
        <p:txBody>
          <a:bodyPr/>
          <a:lstStyle/>
          <a:p>
            <a:pPr>
              <a:lnSpc>
                <a:spcPct val="107000"/>
              </a:lnSpc>
              <a:spcAft>
                <a:spcPts val="800"/>
              </a:spcAft>
            </a:pPr>
            <a:r>
              <a:rPr lang="es-ES" sz="2800" dirty="0">
                <a:effectLst/>
                <a:latin typeface="Calibri" panose="020F0502020204030204" pitchFamily="34" charset="0"/>
                <a:ea typeface="Calibri" panose="020F0502020204030204" pitchFamily="34" charset="0"/>
                <a:cs typeface="Times New Roman" panose="02020603050405020304" pitchFamily="18" charset="0"/>
              </a:rPr>
              <a:t>Logo portal del valle</a:t>
            </a:r>
          </a:p>
          <a:p>
            <a:pPr>
              <a:lnSpc>
                <a:spcPct val="107000"/>
              </a:lnSpc>
              <a:spcAft>
                <a:spcPts val="800"/>
              </a:spcAft>
            </a:pPr>
            <a:r>
              <a:rPr lang="es-ES" dirty="0">
                <a:latin typeface="Calibri" panose="020F0502020204030204" pitchFamily="34" charset="0"/>
                <a:ea typeface="Calibri" panose="020F0502020204030204" pitchFamily="34" charset="0"/>
                <a:cs typeface="Times New Roman" panose="02020603050405020304" pitchFamily="18" charset="0"/>
              </a:rPr>
              <a:t>LANZAMIENTO DE PROYECTO</a:t>
            </a:r>
            <a:endParaRPr lang="es-PE"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p>
        </p:txBody>
      </p:sp>
    </p:spTree>
    <p:extLst>
      <p:ext uri="{BB962C8B-B14F-4D97-AF65-F5344CB8AC3E}">
        <p14:creationId xmlns:p14="http://schemas.microsoft.com/office/powerpoint/2010/main" val="587140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153BF2-B717-44F2-AC53-29A9A1465112}"/>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20193311-F183-4AD8-992E-E0707CD52B2C}"/>
              </a:ext>
            </a:extLst>
          </p:cNvPr>
          <p:cNvSpPr>
            <a:spLocks noGrp="1"/>
          </p:cNvSpPr>
          <p:nvPr>
            <p:ph idx="1"/>
          </p:nvPr>
        </p:nvSpPr>
        <p:spPr/>
        <p:txBody>
          <a:bodyPr/>
          <a:lstStyle/>
          <a:p>
            <a:r>
              <a:rPr lang="es-ES" dirty="0"/>
              <a:t>CONOCIENDO PORTAL DEL VALLE </a:t>
            </a:r>
          </a:p>
          <a:p>
            <a:r>
              <a:rPr lang="es-ES" dirty="0"/>
              <a:t>– MAPA DE UBICACIÓN agregar en línea roja“ A 4 MINUTOS” </a:t>
            </a:r>
            <a:endParaRPr lang="es-PE" dirty="0"/>
          </a:p>
        </p:txBody>
      </p:sp>
    </p:spTree>
    <p:extLst>
      <p:ext uri="{BB962C8B-B14F-4D97-AF65-F5344CB8AC3E}">
        <p14:creationId xmlns:p14="http://schemas.microsoft.com/office/powerpoint/2010/main" val="3700644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56F9D7-95FB-41B4-9E08-8FE6E53873EF}"/>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975D44AF-1544-4202-B317-32C814704BFB}"/>
              </a:ext>
            </a:extLst>
          </p:cNvPr>
          <p:cNvSpPr>
            <a:spLocks noGrp="1"/>
          </p:cNvSpPr>
          <p:nvPr>
            <p:ph idx="1"/>
          </p:nvPr>
        </p:nvSpPr>
        <p:spPr/>
        <p:txBody>
          <a:bodyPr/>
          <a:lstStyle/>
          <a:p>
            <a:r>
              <a:rPr lang="es-ES" dirty="0"/>
              <a:t>TRIPTICO 1</a:t>
            </a:r>
            <a:endParaRPr lang="es-PE" dirty="0"/>
          </a:p>
        </p:txBody>
      </p:sp>
    </p:spTree>
    <p:extLst>
      <p:ext uri="{BB962C8B-B14F-4D97-AF65-F5344CB8AC3E}">
        <p14:creationId xmlns:p14="http://schemas.microsoft.com/office/powerpoint/2010/main" val="2933283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D3A90F-C986-4927-A426-2F01CD84C2A6}"/>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81B0C7D0-9D0D-4435-ACE2-0D81C4782694}"/>
              </a:ext>
            </a:extLst>
          </p:cNvPr>
          <p:cNvSpPr>
            <a:spLocks noGrp="1"/>
          </p:cNvSpPr>
          <p:nvPr>
            <p:ph idx="1"/>
          </p:nvPr>
        </p:nvSpPr>
        <p:spPr/>
        <p:txBody>
          <a:bodyPr/>
          <a:lstStyle/>
          <a:p>
            <a:r>
              <a:rPr lang="es-ES" dirty="0"/>
              <a:t>TRIPTICO 2</a:t>
            </a:r>
            <a:endParaRPr lang="es-PE" dirty="0"/>
          </a:p>
        </p:txBody>
      </p:sp>
    </p:spTree>
    <p:extLst>
      <p:ext uri="{BB962C8B-B14F-4D97-AF65-F5344CB8AC3E}">
        <p14:creationId xmlns:p14="http://schemas.microsoft.com/office/powerpoint/2010/main" val="1363866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EF1806-06C8-4050-8C55-AE0903109A5C}"/>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038A8793-E299-4806-9AAF-9D269CBDA033}"/>
              </a:ext>
            </a:extLst>
          </p:cNvPr>
          <p:cNvSpPr>
            <a:spLocks noGrp="1"/>
          </p:cNvSpPr>
          <p:nvPr>
            <p:ph idx="1"/>
          </p:nvPr>
        </p:nvSpPr>
        <p:spPr/>
        <p:txBody>
          <a:bodyPr/>
          <a:lstStyle/>
          <a:p>
            <a:r>
              <a:rPr lang="es-ES" dirty="0"/>
              <a:t>PLANO DE LOTIZACION </a:t>
            </a:r>
          </a:p>
          <a:p>
            <a:r>
              <a:rPr lang="es-ES" dirty="0"/>
              <a:t>Con </a:t>
            </a:r>
            <a:r>
              <a:rPr lang="es-ES" dirty="0" err="1"/>
              <a:t>todoy</a:t>
            </a:r>
            <a:r>
              <a:rPr lang="es-ES" dirty="0"/>
              <a:t> mapa de ubicación(tal cual como esta)</a:t>
            </a:r>
            <a:endParaRPr lang="es-PE" dirty="0"/>
          </a:p>
        </p:txBody>
      </p:sp>
    </p:spTree>
    <p:extLst>
      <p:ext uri="{BB962C8B-B14F-4D97-AF65-F5344CB8AC3E}">
        <p14:creationId xmlns:p14="http://schemas.microsoft.com/office/powerpoint/2010/main" val="4274055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9749CA-518D-4A63-8265-3A5A949EDAC9}"/>
              </a:ext>
            </a:extLst>
          </p:cNvPr>
          <p:cNvSpPr>
            <a:spLocks noGrp="1"/>
          </p:cNvSpPr>
          <p:nvPr>
            <p:ph type="title"/>
          </p:nvPr>
        </p:nvSpPr>
        <p:spPr/>
        <p:txBody>
          <a:bodyPr/>
          <a:lstStyle/>
          <a:p>
            <a:endParaRPr lang="es-PE" dirty="0"/>
          </a:p>
        </p:txBody>
      </p:sp>
      <p:sp>
        <p:nvSpPr>
          <p:cNvPr id="3" name="Marcador de contenido 2">
            <a:extLst>
              <a:ext uri="{FF2B5EF4-FFF2-40B4-BE49-F238E27FC236}">
                <a16:creationId xmlns:a16="http://schemas.microsoft.com/office/drawing/2014/main" id="{27C08D1A-DFE7-4681-8DB8-6BD8E4E167AC}"/>
              </a:ext>
            </a:extLst>
          </p:cNvPr>
          <p:cNvSpPr>
            <a:spLocks noGrp="1"/>
          </p:cNvSpPr>
          <p:nvPr>
            <p:ph idx="1"/>
          </p:nvPr>
        </p:nvSpPr>
        <p:spPr>
          <a:xfrm>
            <a:off x="838200" y="-8704185"/>
            <a:ext cx="69984906" cy="14881148"/>
          </a:xfrm>
        </p:spPr>
        <p:txBody>
          <a:bodyPr/>
          <a:lstStyle/>
          <a:p>
            <a:r>
              <a:rPr lang="es-ES" dirty="0"/>
              <a:t>PARQUE INTERNO</a:t>
            </a:r>
          </a:p>
          <a:p>
            <a:endParaRPr lang="es-PE" dirty="0"/>
          </a:p>
        </p:txBody>
      </p:sp>
      <p:sp>
        <p:nvSpPr>
          <p:cNvPr id="4" name="AutoShape 2">
            <a:extLst>
              <a:ext uri="{FF2B5EF4-FFF2-40B4-BE49-F238E27FC236}">
                <a16:creationId xmlns:a16="http://schemas.microsoft.com/office/drawing/2014/main" id="{7391E9F7-5AB6-4125-94A6-9018FCCE7888}"/>
              </a:ext>
            </a:extLst>
          </p:cNvPr>
          <p:cNvSpPr>
            <a:spLocks noChangeAspect="1" noChangeArrowheads="1"/>
          </p:cNvSpPr>
          <p:nvPr/>
        </p:nvSpPr>
        <p:spPr bwMode="auto">
          <a:xfrm>
            <a:off x="5943600" y="1552852"/>
            <a:ext cx="2028548" cy="2028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6" name="Imagen 5">
            <a:extLst>
              <a:ext uri="{FF2B5EF4-FFF2-40B4-BE49-F238E27FC236}">
                <a16:creationId xmlns:a16="http://schemas.microsoft.com/office/drawing/2014/main" id="{DC5FEE3A-FB93-4ACF-AD49-B2DC7D2784C5}"/>
              </a:ext>
            </a:extLst>
          </p:cNvPr>
          <p:cNvPicPr>
            <a:picLocks noChangeAspect="1"/>
          </p:cNvPicPr>
          <p:nvPr/>
        </p:nvPicPr>
        <p:blipFill>
          <a:blip r:embed="rId2"/>
          <a:stretch>
            <a:fillRect/>
          </a:stretch>
        </p:blipFill>
        <p:spPr>
          <a:xfrm>
            <a:off x="838201" y="454891"/>
            <a:ext cx="9210964" cy="6140643"/>
          </a:xfrm>
          <a:prstGeom prst="rect">
            <a:avLst/>
          </a:prstGeom>
        </p:spPr>
      </p:pic>
    </p:spTree>
    <p:extLst>
      <p:ext uri="{BB962C8B-B14F-4D97-AF65-F5344CB8AC3E}">
        <p14:creationId xmlns:p14="http://schemas.microsoft.com/office/powerpoint/2010/main" val="3579972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BA7AAD-DF8A-4F16-8CF9-B5D9D437BAC0}"/>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6B4D21CC-E649-477E-A1A7-CB5DB5CBEE33}"/>
              </a:ext>
            </a:extLst>
          </p:cNvPr>
          <p:cNvSpPr>
            <a:spLocks noGrp="1"/>
          </p:cNvSpPr>
          <p:nvPr>
            <p:ph idx="1"/>
          </p:nvPr>
        </p:nvSpPr>
        <p:spPr>
          <a:xfrm>
            <a:off x="2942208" y="1253331"/>
            <a:ext cx="10515600" cy="4351338"/>
          </a:xfrm>
        </p:spPr>
        <p:txBody>
          <a:bodyPr/>
          <a:lstStyle/>
          <a:p>
            <a:r>
              <a:rPr lang="es-ES" dirty="0"/>
              <a:t>QUE HACE MUCHO MAS </a:t>
            </a:r>
          </a:p>
          <a:p>
            <a:r>
              <a:rPr lang="es-ES" dirty="0"/>
              <a:t>INTERESANTE ESTE PROYECTO?</a:t>
            </a:r>
            <a:endParaRPr lang="es-PE" dirty="0"/>
          </a:p>
        </p:txBody>
      </p:sp>
    </p:spTree>
    <p:extLst>
      <p:ext uri="{BB962C8B-B14F-4D97-AF65-F5344CB8AC3E}">
        <p14:creationId xmlns:p14="http://schemas.microsoft.com/office/powerpoint/2010/main" val="2134456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41430D-0C4A-4177-A9C9-B75D7E8DEEDE}"/>
              </a:ext>
            </a:extLst>
          </p:cNvPr>
          <p:cNvSpPr>
            <a:spLocks noGrp="1"/>
          </p:cNvSpPr>
          <p:nvPr>
            <p:ph type="title"/>
          </p:nvPr>
        </p:nvSpPr>
        <p:spPr/>
        <p:txBody>
          <a:bodyPr/>
          <a:lstStyle/>
          <a:p>
            <a:endParaRPr lang="es-PE" dirty="0"/>
          </a:p>
        </p:txBody>
      </p:sp>
      <p:sp>
        <p:nvSpPr>
          <p:cNvPr id="3" name="Marcador de contenido 2">
            <a:extLst>
              <a:ext uri="{FF2B5EF4-FFF2-40B4-BE49-F238E27FC236}">
                <a16:creationId xmlns:a16="http://schemas.microsoft.com/office/drawing/2014/main" id="{5B0B51F8-BD69-4260-BE67-90960E299430}"/>
              </a:ext>
            </a:extLst>
          </p:cNvPr>
          <p:cNvSpPr>
            <a:spLocks noGrp="1"/>
          </p:cNvSpPr>
          <p:nvPr>
            <p:ph idx="1"/>
          </p:nvPr>
        </p:nvSpPr>
        <p:spPr/>
        <p:txBody>
          <a:bodyPr/>
          <a:lstStyle/>
          <a:p>
            <a:r>
              <a:rPr lang="es-ES" dirty="0"/>
              <a:t>QUE HACE MUCHO INTERESANTE ESTE PROYECTO?</a:t>
            </a:r>
          </a:p>
          <a:p>
            <a:r>
              <a:rPr lang="es-ES" dirty="0"/>
              <a:t>LOGO  DE PORTAL PARK EN CENTRO DE PPT</a:t>
            </a:r>
            <a:endParaRPr lang="es-PE" dirty="0"/>
          </a:p>
        </p:txBody>
      </p:sp>
    </p:spTree>
    <p:extLst>
      <p:ext uri="{BB962C8B-B14F-4D97-AF65-F5344CB8AC3E}">
        <p14:creationId xmlns:p14="http://schemas.microsoft.com/office/powerpoint/2010/main" val="1228050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B9298E-3D13-47EA-9901-714415585173}"/>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E3F3D45A-F95A-43AA-9F96-C74FF96A20BE}"/>
              </a:ext>
            </a:extLst>
          </p:cNvPr>
          <p:cNvSpPr>
            <a:spLocks noGrp="1"/>
          </p:cNvSpPr>
          <p:nvPr>
            <p:ph idx="1"/>
          </p:nvPr>
        </p:nvSpPr>
        <p:spPr/>
        <p:txBody>
          <a:bodyPr/>
          <a:lstStyle/>
          <a:p>
            <a:r>
              <a:rPr lang="es-ES" dirty="0"/>
              <a:t>VIDEO</a:t>
            </a:r>
            <a:endParaRPr lang="es-PE" dirty="0"/>
          </a:p>
        </p:txBody>
      </p:sp>
    </p:spTree>
    <p:extLst>
      <p:ext uri="{BB962C8B-B14F-4D97-AF65-F5344CB8AC3E}">
        <p14:creationId xmlns:p14="http://schemas.microsoft.com/office/powerpoint/2010/main" val="3892966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3B07966-2628-4020-ADD6-7273EC09AA2D}"/>
              </a:ext>
            </a:extLst>
          </p:cNvPr>
          <p:cNvSpPr>
            <a:spLocks noGrp="1"/>
          </p:cNvSpPr>
          <p:nvPr>
            <p:ph idx="1"/>
          </p:nvPr>
        </p:nvSpPr>
        <p:spPr>
          <a:xfrm>
            <a:off x="1361983" y="556119"/>
            <a:ext cx="10515600" cy="4351338"/>
          </a:xfrm>
        </p:spPr>
        <p:txBody>
          <a:bodyPr/>
          <a:lstStyle/>
          <a:p>
            <a:r>
              <a:rPr lang="es-ES" dirty="0"/>
              <a:t>COMO PUEDO SER PARTE HOY DE PORTAL DEL VALLE?</a:t>
            </a:r>
          </a:p>
        </p:txBody>
      </p:sp>
      <p:pic>
        <p:nvPicPr>
          <p:cNvPr id="5" name="Imagen 4">
            <a:extLst>
              <a:ext uri="{FF2B5EF4-FFF2-40B4-BE49-F238E27FC236}">
                <a16:creationId xmlns:a16="http://schemas.microsoft.com/office/drawing/2014/main" id="{09192D91-398E-4014-9752-C1B7DE850AD0}"/>
              </a:ext>
            </a:extLst>
          </p:cNvPr>
          <p:cNvPicPr>
            <a:picLocks noChangeAspect="1"/>
          </p:cNvPicPr>
          <p:nvPr/>
        </p:nvPicPr>
        <p:blipFill rotWithShape="1">
          <a:blip r:embed="rId2"/>
          <a:srcRect t="49936" r="62063" b="5324"/>
          <a:stretch/>
        </p:blipFill>
        <p:spPr>
          <a:xfrm>
            <a:off x="2074415" y="1690688"/>
            <a:ext cx="7218117" cy="4788362"/>
          </a:xfrm>
          <a:prstGeom prst="rect">
            <a:avLst/>
          </a:prstGeom>
        </p:spPr>
      </p:pic>
    </p:spTree>
    <p:extLst>
      <p:ext uri="{BB962C8B-B14F-4D97-AF65-F5344CB8AC3E}">
        <p14:creationId xmlns:p14="http://schemas.microsoft.com/office/powerpoint/2010/main" val="4104527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3E5D64-4FF6-4298-B9A3-864B375293CF}"/>
              </a:ext>
            </a:extLst>
          </p:cNvPr>
          <p:cNvSpPr>
            <a:spLocks noGrp="1"/>
          </p:cNvSpPr>
          <p:nvPr>
            <p:ph type="title"/>
          </p:nvPr>
        </p:nvSpPr>
        <p:spPr/>
        <p:txBody>
          <a:bodyPr/>
          <a:lstStyle/>
          <a:p>
            <a:endParaRPr lang="es-PE" dirty="0"/>
          </a:p>
        </p:txBody>
      </p:sp>
      <p:sp>
        <p:nvSpPr>
          <p:cNvPr id="3" name="Marcador de contenido 2">
            <a:extLst>
              <a:ext uri="{FF2B5EF4-FFF2-40B4-BE49-F238E27FC236}">
                <a16:creationId xmlns:a16="http://schemas.microsoft.com/office/drawing/2014/main" id="{3DC0CF59-E488-4044-BDDE-D3380399B676}"/>
              </a:ext>
            </a:extLst>
          </p:cNvPr>
          <p:cNvSpPr>
            <a:spLocks noGrp="1"/>
          </p:cNvSpPr>
          <p:nvPr>
            <p:ph idx="1"/>
          </p:nvPr>
        </p:nvSpPr>
        <p:spPr/>
        <p:txBody>
          <a:bodyPr>
            <a:normAutofit/>
          </a:bodyPr>
          <a:lstStyle/>
          <a:p>
            <a:pPr marL="0" indent="0">
              <a:buNone/>
            </a:pPr>
            <a:r>
              <a:rPr lang="es-ES" sz="3600" dirty="0"/>
              <a:t>BENEFICIOS DE ASESORES COMERCIALES DE PORTAL DEL VALLE: </a:t>
            </a:r>
          </a:p>
          <a:p>
            <a:pPr marL="0" indent="0">
              <a:buNone/>
            </a:pPr>
            <a:endParaRPr lang="es-ES" dirty="0"/>
          </a:p>
          <a:p>
            <a:pPr marL="0" indent="0">
              <a:buNone/>
            </a:pPr>
            <a:r>
              <a:rPr lang="es-ES" dirty="0"/>
              <a:t>1)PLAN DE COMISIONES DEL HASTA EL 12%</a:t>
            </a:r>
          </a:p>
          <a:p>
            <a:pPr marL="0" indent="0">
              <a:buNone/>
            </a:pPr>
            <a:r>
              <a:rPr lang="es-ES" dirty="0"/>
              <a:t>2)BONOS PERSONALES POR LIQUIDEZ GENERADA</a:t>
            </a:r>
          </a:p>
          <a:p>
            <a:r>
              <a:rPr lang="es-ES" dirty="0"/>
              <a:t>BONOS GRUPALES POR META DE VENTAS </a:t>
            </a:r>
          </a:p>
        </p:txBody>
      </p:sp>
    </p:spTree>
    <p:extLst>
      <p:ext uri="{BB962C8B-B14F-4D97-AF65-F5344CB8AC3E}">
        <p14:creationId xmlns:p14="http://schemas.microsoft.com/office/powerpoint/2010/main" val="67722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89BC18-C569-4126-A112-CC46CEF98A60}"/>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0104E387-5F1D-44E9-893E-D7F6AE398912}"/>
              </a:ext>
            </a:extLst>
          </p:cNvPr>
          <p:cNvSpPr>
            <a:spLocks noGrp="1"/>
          </p:cNvSpPr>
          <p:nvPr>
            <p:ph idx="1"/>
          </p:nvPr>
        </p:nvSpPr>
        <p:spPr/>
        <p:txBody>
          <a:bodyPr/>
          <a:lstStyle/>
          <a:p>
            <a:pPr marL="0" indent="0">
              <a:buNone/>
            </a:pPr>
            <a:r>
              <a:rPr lang="es-ES" sz="4400" dirty="0"/>
              <a:t>1)PLAN DE COMISIONES:</a:t>
            </a:r>
          </a:p>
          <a:p>
            <a:pPr marL="0" indent="0">
              <a:buNone/>
            </a:pPr>
            <a:r>
              <a:rPr lang="es-ES" sz="4400" dirty="0"/>
              <a:t> </a:t>
            </a:r>
          </a:p>
          <a:p>
            <a:r>
              <a:rPr lang="es-ES" dirty="0"/>
              <a:t>8% : PARA VENTAS CON 3000 DE INICIAL Y 18 MESES DE PLAZO</a:t>
            </a:r>
          </a:p>
          <a:p>
            <a:r>
              <a:rPr lang="es-ES" dirty="0"/>
              <a:t>10% PARA VENTAS CON EL 50 % DE INCIIAL Y 12 MESES DE PLAZO</a:t>
            </a:r>
          </a:p>
          <a:p>
            <a:r>
              <a:rPr lang="es-ES" dirty="0"/>
              <a:t>12% PARA VENTAS AL CONTADO</a:t>
            </a:r>
            <a:endParaRPr lang="es-PE" dirty="0"/>
          </a:p>
        </p:txBody>
      </p:sp>
    </p:spTree>
    <p:extLst>
      <p:ext uri="{BB962C8B-B14F-4D97-AF65-F5344CB8AC3E}">
        <p14:creationId xmlns:p14="http://schemas.microsoft.com/office/powerpoint/2010/main" val="1674616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E45144-C3FA-4938-9219-E23BB1739E99}"/>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EB735293-5EF5-4124-A39D-F83144D124B0}"/>
              </a:ext>
            </a:extLst>
          </p:cNvPr>
          <p:cNvSpPr>
            <a:spLocks noGrp="1"/>
          </p:cNvSpPr>
          <p:nvPr>
            <p:ph idx="1"/>
          </p:nvPr>
        </p:nvSpPr>
        <p:spPr/>
        <p:txBody>
          <a:bodyPr/>
          <a:lstStyle/>
          <a:p>
            <a:pPr marL="0" indent="0">
              <a:buNone/>
            </a:pPr>
            <a:r>
              <a:rPr lang="es-ES" dirty="0"/>
              <a:t>2) BONOS PERSONALES 18 al 21</a:t>
            </a:r>
            <a:endParaRPr lang="es-PE" dirty="0"/>
          </a:p>
        </p:txBody>
      </p:sp>
    </p:spTree>
    <p:extLst>
      <p:ext uri="{BB962C8B-B14F-4D97-AF65-F5344CB8AC3E}">
        <p14:creationId xmlns:p14="http://schemas.microsoft.com/office/powerpoint/2010/main" val="4114324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DD59CA-D328-4470-9DE6-B202412D3E57}"/>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EB0A83A3-6C99-4514-8C41-819B0CD50981}"/>
              </a:ext>
            </a:extLst>
          </p:cNvPr>
          <p:cNvSpPr>
            <a:spLocks noGrp="1"/>
          </p:cNvSpPr>
          <p:nvPr>
            <p:ph idx="1"/>
          </p:nvPr>
        </p:nvSpPr>
        <p:spPr/>
        <p:txBody>
          <a:bodyPr/>
          <a:lstStyle/>
          <a:p>
            <a:r>
              <a:rPr lang="es-ES" dirty="0"/>
              <a:t>3) BONOS GRUPALES 18 al 21</a:t>
            </a:r>
            <a:endParaRPr lang="es-PE" dirty="0"/>
          </a:p>
          <a:p>
            <a:endParaRPr lang="es-PE" dirty="0"/>
          </a:p>
        </p:txBody>
      </p:sp>
    </p:spTree>
    <p:extLst>
      <p:ext uri="{BB962C8B-B14F-4D97-AF65-F5344CB8AC3E}">
        <p14:creationId xmlns:p14="http://schemas.microsoft.com/office/powerpoint/2010/main" val="961769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2248952-1BDF-4801-9DB7-A35A05727E24}"/>
              </a:ext>
            </a:extLst>
          </p:cNvPr>
          <p:cNvSpPr>
            <a:spLocks noGrp="1"/>
          </p:cNvSpPr>
          <p:nvPr>
            <p:ph idx="1"/>
          </p:nvPr>
        </p:nvSpPr>
        <p:spPr>
          <a:xfrm>
            <a:off x="838200" y="1399496"/>
            <a:ext cx="10515600" cy="4351338"/>
          </a:xfrm>
        </p:spPr>
        <p:txBody>
          <a:bodyPr>
            <a:normAutofit lnSpcReduction="10000"/>
          </a:bodyPr>
          <a:lstStyle/>
          <a:p>
            <a:pPr marL="0" indent="0" algn="ctr">
              <a:buNone/>
            </a:pPr>
            <a:r>
              <a:rPr lang="es-ES" dirty="0">
                <a:solidFill>
                  <a:srgbClr val="FF0000"/>
                </a:solidFill>
              </a:rPr>
              <a:t>PREMIOS POR ACCION RAPIDA SOLO POR HOY: </a:t>
            </a:r>
            <a:r>
              <a:rPr lang="es-ES" sz="1800" dirty="0">
                <a:solidFill>
                  <a:srgbClr val="FF0000"/>
                </a:solidFill>
              </a:rPr>
              <a:t>(COLOCAR EMOJIS Q TRANSMITAN EMOCIONES DE URGENCIA)</a:t>
            </a:r>
          </a:p>
          <a:p>
            <a:pPr marL="0" indent="0">
              <a:buNone/>
            </a:pPr>
            <a:endParaRPr lang="es-ES" dirty="0"/>
          </a:p>
          <a:p>
            <a:pPr marL="0" indent="0">
              <a:buNone/>
            </a:pPr>
            <a:r>
              <a:rPr lang="es-ES" dirty="0"/>
              <a:t>-BONO DE S/. 100 PARA LAS PRIMERAS 10 SEPARACIONES DE PROYECTO.</a:t>
            </a:r>
          </a:p>
          <a:p>
            <a:pPr marL="0" indent="0">
              <a:buNone/>
            </a:pPr>
            <a:r>
              <a:rPr lang="es-ES" dirty="0"/>
              <a:t>-BONO DE S/.100 PARA COMPLEMENTAR LAS CAMPAÑAS DE META ADS PARA LAS PRIMERAS 5 PERSONAS REGISTRADAS QUE YA CUENTEN CON EXPERIENCIA HACIENDO PUBLICIDAD PAGADA.</a:t>
            </a:r>
          </a:p>
          <a:p>
            <a:pPr marL="0" indent="0">
              <a:buNone/>
            </a:pPr>
            <a:r>
              <a:rPr lang="es-ES" dirty="0"/>
              <a:t>-DESCUENTO ADICIONAL DE S/. 1000 PARA LOTES AL CREDITO Y S/.2000 AL CONTADO, SEPARADOS POR EL DIA DE HOY SOLO VALIDO PARA ASESORES.</a:t>
            </a:r>
          </a:p>
          <a:p>
            <a:pPr marL="0" indent="0">
              <a:buNone/>
            </a:pPr>
            <a:endParaRPr lang="es-PE" dirty="0"/>
          </a:p>
        </p:txBody>
      </p:sp>
    </p:spTree>
    <p:extLst>
      <p:ext uri="{BB962C8B-B14F-4D97-AF65-F5344CB8AC3E}">
        <p14:creationId xmlns:p14="http://schemas.microsoft.com/office/powerpoint/2010/main" val="1339223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BE7D8EF-E558-4A45-9486-A739BA21AACF}"/>
              </a:ext>
            </a:extLst>
          </p:cNvPr>
          <p:cNvSpPr>
            <a:spLocks noGrp="1"/>
          </p:cNvSpPr>
          <p:nvPr>
            <p:ph idx="1"/>
          </p:nvPr>
        </p:nvSpPr>
        <p:spPr>
          <a:xfrm>
            <a:off x="758301" y="1253331"/>
            <a:ext cx="10515600" cy="4351338"/>
          </a:xfrm>
        </p:spPr>
        <p:txBody>
          <a:bodyPr/>
          <a:lstStyle/>
          <a:p>
            <a:endParaRPr lang="es-PE" dirty="0"/>
          </a:p>
        </p:txBody>
      </p:sp>
      <p:pic>
        <p:nvPicPr>
          <p:cNvPr id="2050" name="Picture 2" descr="silueta de hombre positivo celebrando en la cima de la montaña, con los brazos levantados, silueta del hombre de pie en la colina, negocios, éxito, victoria, liderazgo, concepto de logro. aventura de viaje en libertad. - superacion fotografías e imágenes de stock">
            <a:extLst>
              <a:ext uri="{FF2B5EF4-FFF2-40B4-BE49-F238E27FC236}">
                <a16:creationId xmlns:a16="http://schemas.microsoft.com/office/drawing/2014/main" id="{AF33510A-E685-4EA6-B717-318CDCB8F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1119" y="319597"/>
            <a:ext cx="8507096" cy="567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989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1A4167-DDB7-4F75-AA21-8B1750E550A2}"/>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2FA6BCD1-E260-448E-947E-FD60C773F993}"/>
              </a:ext>
            </a:extLst>
          </p:cNvPr>
          <p:cNvSpPr>
            <a:spLocks noGrp="1"/>
          </p:cNvSpPr>
          <p:nvPr>
            <p:ph idx="1"/>
          </p:nvPr>
        </p:nvSpPr>
        <p:spPr/>
        <p:txBody>
          <a:bodyPr/>
          <a:lstStyle/>
          <a:p>
            <a:pPr marL="0" indent="0">
              <a:buNone/>
            </a:pPr>
            <a:r>
              <a:rPr lang="es-ES" sz="4000" b="1" dirty="0"/>
              <a:t>DELANOVA PREMIA TU PARTICIPACION</a:t>
            </a:r>
          </a:p>
          <a:p>
            <a:pPr marL="0" indent="0">
              <a:buNone/>
            </a:pPr>
            <a:endParaRPr lang="es-ES" sz="4000" b="1" dirty="0"/>
          </a:p>
          <a:p>
            <a:r>
              <a:rPr lang="es-ES" dirty="0"/>
              <a:t>IMAGENES</a:t>
            </a:r>
          </a:p>
          <a:p>
            <a:r>
              <a:rPr lang="es-ES" dirty="0"/>
              <a:t>VINO CON MOÑOS A LADO IZQUIERDA</a:t>
            </a:r>
          </a:p>
          <a:p>
            <a:r>
              <a:rPr lang="es-ES" dirty="0"/>
              <a:t>PACK DE MIKES CON MOÑOS Y ESCARCHA DERECHA</a:t>
            </a:r>
            <a:endParaRPr lang="es-PE" dirty="0"/>
          </a:p>
        </p:txBody>
      </p:sp>
    </p:spTree>
    <p:extLst>
      <p:ext uri="{BB962C8B-B14F-4D97-AF65-F5344CB8AC3E}">
        <p14:creationId xmlns:p14="http://schemas.microsoft.com/office/powerpoint/2010/main" val="18129783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9C0DAE-26BA-4AB0-8F98-7B6511896B4D}"/>
              </a:ext>
            </a:extLst>
          </p:cNvPr>
          <p:cNvSpPr>
            <a:spLocks noGrp="1"/>
          </p:cNvSpPr>
          <p:nvPr>
            <p:ph type="title"/>
          </p:nvPr>
        </p:nvSpPr>
        <p:spPr/>
        <p:txBody>
          <a:bodyPr/>
          <a:lstStyle/>
          <a:p>
            <a:endParaRPr lang="es-PE" dirty="0"/>
          </a:p>
        </p:txBody>
      </p:sp>
      <p:sp>
        <p:nvSpPr>
          <p:cNvPr id="3" name="Marcador de contenido 2">
            <a:extLst>
              <a:ext uri="{FF2B5EF4-FFF2-40B4-BE49-F238E27FC236}">
                <a16:creationId xmlns:a16="http://schemas.microsoft.com/office/drawing/2014/main" id="{138375E9-E687-4972-AB98-FDDF89E87C55}"/>
              </a:ext>
            </a:extLst>
          </p:cNvPr>
          <p:cNvSpPr>
            <a:spLocks noGrp="1"/>
          </p:cNvSpPr>
          <p:nvPr>
            <p:ph idx="1"/>
          </p:nvPr>
        </p:nvSpPr>
        <p:spPr/>
        <p:txBody>
          <a:bodyPr/>
          <a:lstStyle/>
          <a:p>
            <a:pPr marL="0" indent="0" algn="ctr">
              <a:buNone/>
            </a:pPr>
            <a:r>
              <a:rPr lang="es-ES" sz="4000" b="1" dirty="0"/>
              <a:t>SESION DE PREGUNTAS Y RESPUESTAS</a:t>
            </a:r>
          </a:p>
          <a:p>
            <a:pPr marL="0" indent="0">
              <a:buNone/>
            </a:pPr>
            <a:r>
              <a:rPr lang="es-ES" dirty="0"/>
              <a:t>IMAGEN DE PERSONA DUBITATIVA</a:t>
            </a:r>
            <a:endParaRPr lang="es-PE" dirty="0"/>
          </a:p>
        </p:txBody>
      </p:sp>
    </p:spTree>
    <p:extLst>
      <p:ext uri="{BB962C8B-B14F-4D97-AF65-F5344CB8AC3E}">
        <p14:creationId xmlns:p14="http://schemas.microsoft.com/office/powerpoint/2010/main" val="19735891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323</Words>
  <Application>Microsoft Office PowerPoint</Application>
  <PresentationFormat>Panorámica</PresentationFormat>
  <Paragraphs>47</Paragraphs>
  <Slides>21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oficina delanova</dc:creator>
  <cp:lastModifiedBy>oficina delanova</cp:lastModifiedBy>
  <cp:revision>6</cp:revision>
  <dcterms:created xsi:type="dcterms:W3CDTF">2026-07-03T04:29:13Z</dcterms:created>
  <dcterms:modified xsi:type="dcterms:W3CDTF">2026-07-03T05:19:28Z</dcterms:modified>
</cp:coreProperties>
</file>